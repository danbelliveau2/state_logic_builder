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3DA9A-95B5-56EE-EBC7-D96B6682C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2F6E5-C31F-4BDF-8677-F15E27F57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F3A0-6367-8C38-5BB8-BA6F9E522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44A83-4E4A-6524-C22D-063A524E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29149-17AB-6911-FE0B-98621BC8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4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B60F-1EF5-AFCC-A2A5-D9D9700C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4A71E-DFBB-FACD-D9DD-304BDF0FF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0283E-3B25-EC04-A57A-D80DF0FBD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F96F2-ABA5-A631-2609-C513C459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EFAD-9F3B-4A95-EFB4-308C4ACB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53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458A-82C9-B2F7-2C86-54A2A949D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AC320-98D9-E759-9D6C-8D8D5D2D4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74453-26A4-C10C-F946-8CC51D57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173BC-D182-44EE-CD8A-B752F748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9B87A-5C82-4910-B1B8-FF03CC34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4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00C-2739-3B3C-92EB-68848295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7CEE-D7A9-421F-1EE7-B6997D472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39A81-7EEC-4484-E707-36626AE46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1F9C6-5960-DD2D-2A30-CFE18F4B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158E5-D2ED-4135-7D5D-49E0FAB1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BA667-17BE-B1E7-0A88-23F4421F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4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AD11-8FFD-33B6-45B4-677530816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619B8-1C82-5B36-8B39-B1BE8DA1A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06F23-60E2-D4F4-A29F-4E5D72A7A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0194F-1E49-4F35-A151-5816A149C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3916CE-DAAD-1608-230F-3167D34D5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069A0-0178-437E-5C77-5371EE39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4B28C-DE50-D79B-AFAC-BF8F026B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737FF4-34CB-7B83-593C-8162E1A4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05C5-AD62-A5FE-AFC7-E8E0A104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7B3DFA-C1C0-2362-6748-C1EB4745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1E683-D957-F249-7A01-0557A268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9B7C4-5F52-E80E-58BC-CC5C4B45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1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1DD9C-3812-3EB4-2455-375D2CB2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05271-BE98-B665-3CDD-58284B5B8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C2865-F72B-D7C2-F932-72AB43BC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2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5CAE-CC46-5865-7956-84A13B0E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2E1F0-CAC2-3191-73C3-65970B6B1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565C1-9924-2B2D-B8D0-4582B31A4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015BE-5BCA-C7EA-A002-8ABB5253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5BB2E-299D-AED6-AB3A-A3E09009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B3A2E-8140-CDA7-53BC-AF81E00F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5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9C0C-2839-8C19-9C1C-68C4B345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5A67D-7344-8D52-BF7F-BAE4D5AB3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0DD95-D672-F69B-98EB-E68AA5AF8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BE326-DEC1-06A1-0BB3-D4F16547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1061E-7D1D-EC8A-E542-BC787399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9779E-2FA9-14A0-CE2F-5AA0EFE3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5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28BCD-6FA0-38E1-6449-765A23E9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BAA0C-BBD8-402F-6297-7FD68B619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7845B-55E4-5DC5-E487-EF417494A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48BA-51B4-B0B3-9750-1C6CDBA7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6833F-175E-7085-2B34-D5664A2A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3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67662-C714-4A7E-9CA6-3B29080DE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D59D6-FF9F-B3AB-BD8A-92D150D36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2AD27-9B8E-C5B9-AFF2-F53C91625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00F7D-C0CF-064B-AC66-AC5476F6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2E194-E0D9-3991-BF34-A0A40FF3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65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806F2-1600-404E-8AF9-51C7842D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C8629-4D15-AF42-C5C8-5CAF1EACC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2154C-1A42-0F45-8EAC-F7CDC2E56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25349-0F82-4361-A73F-2D4ABEEE225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53AEA-6015-B3A2-3D73-FFF8AEFFA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33797-B1F3-764A-8F28-9B11BEE49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52291-2F81-4386-A0B5-74A51689E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9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2E3A-513B-F9BF-75F9-163E1BA606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Servo Conveyor line track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94A79-3830-B013-8292-84DBBE3B9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SDC setup </a:t>
            </a:r>
            <a:r>
              <a:rPr lang="en-US" dirty="0" err="1"/>
              <a:t>guideSetup</a:t>
            </a:r>
            <a:r>
              <a:rPr lang="en-US" dirty="0"/>
              <a:t> guide </a:t>
            </a:r>
          </a:p>
        </p:txBody>
      </p:sp>
    </p:spTree>
    <p:extLst>
      <p:ext uri="{BB962C8B-B14F-4D97-AF65-F5344CB8AC3E}">
        <p14:creationId xmlns:p14="http://schemas.microsoft.com/office/powerpoint/2010/main" val="1436168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9EED-A3B2-3AB1-442A-898F66AA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EF6F6-E17C-7685-3A2B-1B13538C8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on robot</a:t>
            </a:r>
          </a:p>
          <a:p>
            <a:r>
              <a:rPr lang="en-US" dirty="0"/>
              <a:t>Take AOA and Image Backup</a:t>
            </a:r>
          </a:p>
          <a:p>
            <a:r>
              <a:rPr lang="en-US" dirty="0"/>
              <a:t>If additional software is needed, load it then get new backups</a:t>
            </a:r>
          </a:p>
          <a:p>
            <a:r>
              <a:rPr lang="en-US" dirty="0"/>
              <a:t>Before configuring any encoder or indexer settings, you need to re designate the group 2 axis 1 servo by deleting the configuration and re-add it.</a:t>
            </a:r>
          </a:p>
        </p:txBody>
      </p:sp>
    </p:spTree>
    <p:extLst>
      <p:ext uri="{BB962C8B-B14F-4D97-AF65-F5344CB8AC3E}">
        <p14:creationId xmlns:p14="http://schemas.microsoft.com/office/powerpoint/2010/main" val="5390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D4E86-7E98-13C4-5FE5-183BAC07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Servo maintenance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3AC3C-3A94-96EB-E10F-E988A7A2D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794504" cy="4602607"/>
          </a:xfrm>
        </p:spPr>
        <p:txBody>
          <a:bodyPr/>
          <a:lstStyle/>
          <a:p>
            <a:r>
              <a:rPr lang="en-US" dirty="0"/>
              <a:t>Get to maintenance setup through controlled start</a:t>
            </a:r>
          </a:p>
          <a:p>
            <a:r>
              <a:rPr lang="en-US" dirty="0"/>
              <a:t>Once in controlled start, </a:t>
            </a:r>
            <a:r>
              <a:rPr lang="en-US" dirty="0" err="1"/>
              <a:t>menu^maintenance^group</a:t>
            </a:r>
            <a:r>
              <a:rPr lang="en-US" dirty="0"/>
              <a:t> 2 independent </a:t>
            </a:r>
            <a:r>
              <a:rPr lang="en-US" dirty="0" err="1"/>
              <a:t>axes^manual</a:t>
            </a:r>
            <a:endParaRPr lang="en-US" dirty="0"/>
          </a:p>
          <a:p>
            <a:r>
              <a:rPr lang="en-US" dirty="0"/>
              <a:t>Option 3 will delete the current axis</a:t>
            </a:r>
          </a:p>
          <a:p>
            <a:r>
              <a:rPr lang="en-US" dirty="0"/>
              <a:t>Option 2 will enter the setup guide for adding new axis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93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824F-9F2E-97BE-691B-0C18B4D0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Servo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1C97-D93C-5C84-5342-737A73E44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437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Select the motor size you have for the conveyor</a:t>
            </a:r>
          </a:p>
          <a:p>
            <a:r>
              <a:rPr lang="en-US" dirty="0"/>
              <a:t>Molex was 82. biS0.4/5000 20A</a:t>
            </a:r>
          </a:p>
          <a:p>
            <a:r>
              <a:rPr lang="en-US" dirty="0"/>
              <a:t>Select gear ratio. This should be the gear ratio on the gear box </a:t>
            </a:r>
          </a:p>
          <a:p>
            <a:r>
              <a:rPr lang="en-US" dirty="0"/>
              <a:t>Molex was a 25:1 enter 25.000</a:t>
            </a:r>
          </a:p>
          <a:p>
            <a:r>
              <a:rPr lang="en-US" dirty="0"/>
              <a:t>Select rotary axis </a:t>
            </a:r>
          </a:p>
          <a:p>
            <a:r>
              <a:rPr lang="en-US" dirty="0"/>
              <a:t>Use suggested max speed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screen with a white screen and a black object with a black object on it&#10;&#10;AI-generated content may be incorrect.">
            <a:extLst>
              <a:ext uri="{FF2B5EF4-FFF2-40B4-BE49-F238E27FC236}">
                <a16:creationId xmlns:a16="http://schemas.microsoft.com/office/drawing/2014/main" id="{3A49C377-378E-0AFE-9F8A-0E95D2BEF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668962" y="1144587"/>
            <a:ext cx="623570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15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B459-4A8D-9BD0-09B3-B3EC69B83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Servo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67A1E-044F-63EC-A7D4-318A65031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Motion sign sets direction of rotation. False= CCW, true=CW</a:t>
            </a:r>
          </a:p>
          <a:p>
            <a:r>
              <a:rPr lang="en-US" dirty="0"/>
              <a:t>The rest of setting should be default </a:t>
            </a:r>
          </a:p>
          <a:p>
            <a:r>
              <a:rPr lang="en-US" dirty="0"/>
              <a:t>Upper limit =180deg</a:t>
            </a:r>
          </a:p>
          <a:p>
            <a:r>
              <a:rPr lang="en-US" dirty="0"/>
              <a:t>Lower limit =-180deg</a:t>
            </a:r>
          </a:p>
          <a:p>
            <a:r>
              <a:rPr lang="en-US" dirty="0"/>
              <a:t>Master position = 0</a:t>
            </a:r>
          </a:p>
          <a:p>
            <a:r>
              <a:rPr lang="en-US" dirty="0"/>
              <a:t>Accel time1=384</a:t>
            </a:r>
          </a:p>
          <a:p>
            <a:r>
              <a:rPr lang="en-US" dirty="0"/>
              <a:t>Accel time2=192</a:t>
            </a:r>
          </a:p>
          <a:p>
            <a:r>
              <a:rPr lang="en-US" dirty="0"/>
              <a:t>Minimum Accel Time= 384</a:t>
            </a:r>
          </a:p>
        </p:txBody>
      </p:sp>
    </p:spTree>
    <p:extLst>
      <p:ext uri="{BB962C8B-B14F-4D97-AF65-F5344CB8AC3E}">
        <p14:creationId xmlns:p14="http://schemas.microsoft.com/office/powerpoint/2010/main" val="306706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BE14-7ACF-2DDB-9745-727521CC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Servo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5CC14-4B6D-0D12-F91D-F30AEAA2C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ratio set to 3.00 </a:t>
            </a:r>
          </a:p>
          <a:p>
            <a:r>
              <a:rPr lang="en-US" dirty="0"/>
              <a:t>Amplifier number = 2</a:t>
            </a:r>
          </a:p>
          <a:p>
            <a:r>
              <a:rPr lang="en-US" dirty="0"/>
              <a:t>Amplifier type = 2</a:t>
            </a:r>
          </a:p>
          <a:p>
            <a:r>
              <a:rPr lang="en-US" dirty="0"/>
              <a:t>Brake number = 1</a:t>
            </a:r>
          </a:p>
          <a:p>
            <a:r>
              <a:rPr lang="en-US" dirty="0"/>
              <a:t>Servo off enable =enable</a:t>
            </a:r>
          </a:p>
          <a:p>
            <a:r>
              <a:rPr lang="en-US" dirty="0"/>
              <a:t>Servo off time = 20.000</a:t>
            </a:r>
          </a:p>
          <a:p>
            <a:r>
              <a:rPr lang="en-US" dirty="0"/>
              <a:t>End setup, </a:t>
            </a:r>
            <a:r>
              <a:rPr lang="en-US" dirty="0" err="1"/>
              <a:t>Function^cold</a:t>
            </a:r>
            <a:r>
              <a:rPr lang="en-US" dirty="0"/>
              <a:t> start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681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B5D40-5D88-DCDB-D3FA-52142EAB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 start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E1093-554E-FF82-60F6-32F7359E4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Servo will have a pulse mismatch, go to </a:t>
            </a:r>
            <a:r>
              <a:rPr lang="en-US" dirty="0" err="1"/>
              <a:t>setup^system^variables</a:t>
            </a:r>
            <a:r>
              <a:rPr lang="en-US" dirty="0"/>
              <a:t>^$DMR_GRP^GRP2^ set mastering done to true</a:t>
            </a:r>
          </a:p>
          <a:p>
            <a:r>
              <a:rPr lang="en-US" dirty="0" err="1"/>
              <a:t>Type^master</a:t>
            </a:r>
            <a:r>
              <a:rPr lang="en-US" dirty="0"/>
              <a:t>/</a:t>
            </a:r>
            <a:r>
              <a:rPr lang="en-US" dirty="0" err="1"/>
              <a:t>cal^MAKE</a:t>
            </a:r>
            <a:r>
              <a:rPr lang="en-US" dirty="0"/>
              <a:t> SURE YOU ARE IN GROUP 2 on teach pendant!!!</a:t>
            </a:r>
          </a:p>
          <a:p>
            <a:r>
              <a:rPr lang="en-US" dirty="0"/>
              <a:t>Press calibrate for group 2</a:t>
            </a:r>
          </a:p>
          <a:p>
            <a:r>
              <a:rPr lang="en-US" dirty="0"/>
              <a:t>Jog the conveyor make sure that it is moving in the right direct +x should move conveyor towards the robot. It should also rotate 180degrees and reset to -180degrees. And should be a constant rate.</a:t>
            </a:r>
          </a:p>
        </p:txBody>
      </p:sp>
    </p:spTree>
    <p:extLst>
      <p:ext uri="{BB962C8B-B14F-4D97-AF65-F5344CB8AC3E}">
        <p14:creationId xmlns:p14="http://schemas.microsoft.com/office/powerpoint/2010/main" val="3528734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ED69-4094-4491-84E1-0F11734D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encoder and indexer and continuous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8722C-140F-B149-D9DD-891CE222E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Start with the indexer setup. </a:t>
            </a:r>
            <a:r>
              <a:rPr lang="en-US" dirty="0" err="1"/>
              <a:t>Menu^next^next^indexers</a:t>
            </a:r>
            <a:endParaRPr lang="en-US" dirty="0"/>
          </a:p>
          <a:p>
            <a:r>
              <a:rPr lang="en-US" dirty="0"/>
              <a:t>Set encoder to encoder 1, set to continuous, press detail on continuous </a:t>
            </a:r>
          </a:p>
          <a:p>
            <a:r>
              <a:rPr lang="en-US" dirty="0"/>
              <a:t>Motor gear teeth =1 </a:t>
            </a:r>
          </a:p>
          <a:p>
            <a:r>
              <a:rPr lang="en-US" dirty="0"/>
              <a:t>Rotor input gear teeth = ratio of gear box</a:t>
            </a:r>
          </a:p>
          <a:p>
            <a:r>
              <a:rPr lang="en-US" dirty="0"/>
              <a:t> rotor output gear teeth = teeth of the conveyor drive</a:t>
            </a:r>
          </a:p>
          <a:p>
            <a:r>
              <a:rPr lang="en-US" dirty="0"/>
              <a:t>Conveyor teeth= 1 </a:t>
            </a:r>
          </a:p>
          <a:p>
            <a:r>
              <a:rPr lang="en-US" dirty="0"/>
              <a:t>Conveyor tooth distance= distance for belt tooth to tooth</a:t>
            </a:r>
          </a:p>
          <a:p>
            <a:r>
              <a:rPr lang="en-US" dirty="0"/>
              <a:t>Press exec when done and cycle power</a:t>
            </a:r>
          </a:p>
        </p:txBody>
      </p:sp>
    </p:spTree>
    <p:extLst>
      <p:ext uri="{BB962C8B-B14F-4D97-AF65-F5344CB8AC3E}">
        <p14:creationId xmlns:p14="http://schemas.microsoft.com/office/powerpoint/2010/main" val="340331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62A0-798A-099F-5CC5-22F4AD315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 start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04BC9-EEAB-8C70-0C36-A26A19AE0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exec this will configure the encoder, continuous turn and indexer settings</a:t>
            </a:r>
          </a:p>
          <a:p>
            <a:r>
              <a:rPr lang="en-US" dirty="0"/>
              <a:t>This will alter the maintenance gear ratios and speed limits for the servo</a:t>
            </a:r>
          </a:p>
          <a:p>
            <a:r>
              <a:rPr lang="en-US" dirty="0"/>
              <a:t>Servo should be setup and ready for line track setup</a:t>
            </a:r>
          </a:p>
        </p:txBody>
      </p:sp>
    </p:spTree>
    <p:extLst>
      <p:ext uri="{BB962C8B-B14F-4D97-AF65-F5344CB8AC3E}">
        <p14:creationId xmlns:p14="http://schemas.microsoft.com/office/powerpoint/2010/main" val="2183943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434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Servo Conveyor line track </vt:lpstr>
      <vt:lpstr>Start up</vt:lpstr>
      <vt:lpstr>Servo maintenance setup</vt:lpstr>
      <vt:lpstr>Servo setup</vt:lpstr>
      <vt:lpstr>Servo setup</vt:lpstr>
      <vt:lpstr>Servo setup</vt:lpstr>
      <vt:lpstr>Cold start setup</vt:lpstr>
      <vt:lpstr>Setup encoder and indexer and continuous turn</vt:lpstr>
      <vt:lpstr>Cold start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Parshall</dc:creator>
  <cp:lastModifiedBy>Nick Parshall</cp:lastModifiedBy>
  <cp:revision>1</cp:revision>
  <dcterms:created xsi:type="dcterms:W3CDTF">2025-11-05T14:50:53Z</dcterms:created>
  <dcterms:modified xsi:type="dcterms:W3CDTF">2025-11-05T15:27:08Z</dcterms:modified>
</cp:coreProperties>
</file>